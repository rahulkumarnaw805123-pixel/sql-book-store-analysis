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481328"/>
          </a:xfrm>
        </p:spPr>
        <p:txBody>
          <a:bodyPr>
            <a:norm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dirty="0" smtClean="0"/>
              <a:t>SQL </a:t>
            </a:r>
            <a:r>
              <a:rPr smtClean="0"/>
              <a:t>BOOK STORE</a:t>
            </a:r>
            <a:r>
              <a:rPr lang="en-US" dirty="0" smtClean="0"/>
              <a:t> ANALYSIS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SQL Beginner Level Project</a:t>
            </a:r>
          </a:p>
          <a:p>
            <a:pPr algn="ctr">
              <a:defRPr sz="2200">
                <a:solidFill>
                  <a:srgbClr val="E6E6E6"/>
                </a:solidFill>
              </a:defRPr>
            </a:pPr>
            <a:endParaRPr/>
          </a:p>
          <a:p>
            <a:pPr algn="ctr">
              <a:defRPr sz="2200">
                <a:solidFill>
                  <a:srgbClr val="E6E6E6"/>
                </a:solidFill>
              </a:defRPr>
            </a:pPr>
            <a:r>
              <a:t>Prepared By</a:t>
            </a:r>
          </a:p>
          <a:p>
            <a:pPr algn="ctr">
              <a:defRPr sz="2200">
                <a:solidFill>
                  <a:srgbClr val="E6E6E6"/>
                </a:solidFill>
              </a:defRPr>
            </a:pPr>
            <a:r>
              <a:t>Rahul Kumar</a:t>
            </a:r>
          </a:p>
          <a:p>
            <a:pPr algn="ctr">
              <a:defRPr sz="2200">
                <a:solidFill>
                  <a:srgbClr val="E6E6E6"/>
                </a:solidFill>
              </a:defRPr>
            </a:pPr>
            <a:r>
              <a:t>Diploma in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This is a beginner-level SQL project based on a Book Store Management System.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Manages book details, customer information, and orders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Uses SQL queries for data retrieval and analysis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Covers SELECT, WHERE, JOIN, GROUP BY, and aggregate functions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Designed to build strong database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>
                <a:solidFill>
                  <a:srgbClr val="003366"/>
                </a:solidFill>
              </a:defRPr>
            </a:pPr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sz="2400" b="1">
                <a:solidFill>
                  <a:schemeClr val="accent5">
                    <a:lumMod val="75000"/>
                  </a:schemeClr>
                </a:solidFill>
              </a:rPr>
              <a:t>BOOKS TABLE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Book_ID, Title, Author, Genre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Published_Year, Price, Stock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b="1">
                <a:solidFill>
                  <a:schemeClr val="accent5">
                    <a:lumMod val="75000"/>
                  </a:schemeClr>
                </a:solidFill>
              </a:rPr>
              <a:t>CUSTOMERS TABLE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Customer_ID, Name, Email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City, Country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b="1">
                <a:solidFill>
                  <a:schemeClr val="accent5">
                    <a:lumMod val="75000"/>
                  </a:schemeClr>
                </a:solidFill>
              </a:rPr>
              <a:t>ORDERS TABLE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Order_ID, Customer_ID, Book_ID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Order_Date, Quantity, Total_Amount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SQL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1. Retrieve all books in the Fiction genre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2. Find books published after the year 1950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3. List all customers from Canada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4. Show orders placed in November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SQL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5. Retrieve the total stock of books available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6. Find the most expensive book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7. Show customers who ordered more than 1 quantity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8. Retrieve orders where total amount exceeds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SQL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9. List all available genres in the Books table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10. Find the book with the lowest stock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11. Retrieve total number of books sold for each genre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12. Find the average price of books in Fantasy genre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SQL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13. List customers who placed at least 2 orders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14. Find the most frequently ordered book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15. Show top 3 most expensive Fantasy books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16. Retrieve total quantity of books sold by each author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SQL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17. List cities where customers spent over $30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18. Find the customer who spent the most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19. Calculate remaining stock after fulfilling all orders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4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This project strengthened my SQL fundamentals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Gained hands-on experience with database design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Improved skills in writing queries and data analysis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GitHub Repository Available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</TotalTime>
  <Words>328</Words>
  <Application>Microsoft Macintosh PowerPoint</Application>
  <PresentationFormat>On-screen Show (4:3)</PresentationFormat>
  <Paragraphs>69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SQL BOOK STORE ANALYSIS</vt:lpstr>
      <vt:lpstr>PROJECT OVERVIEW</vt:lpstr>
      <vt:lpstr>DATABASE STRUCTURE</vt:lpstr>
      <vt:lpstr>SQL QUESTIONS</vt:lpstr>
      <vt:lpstr>SQL QUESTIONS</vt:lpstr>
      <vt:lpstr>SQL QUESTIONS</vt:lpstr>
      <vt:lpstr>SQL QUESTIONS</vt:lpstr>
      <vt:lpstr>SQL QUESTIONS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STORE MANAGEMENT SYSTEM</dc:title>
  <dc:creator>HP</dc:creator>
  <dc:description>generated using python-pptx</dc:description>
  <cp:lastModifiedBy>HP</cp:lastModifiedBy>
  <cp:revision>4</cp:revision>
  <dcterms:created xsi:type="dcterms:W3CDTF">2013-01-27T09:14:16Z</dcterms:created>
  <dcterms:modified xsi:type="dcterms:W3CDTF">2026-02-06T07:38:58Z</dcterms:modified>
</cp:coreProperties>
</file>